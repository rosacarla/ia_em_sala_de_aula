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4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581" y="921715"/>
            <a:ext cx="3872267" cy="2635993"/>
          </a:xfrm>
        </p:spPr>
        <p:txBody>
          <a:bodyPr anchor="b">
            <a:normAutofit/>
          </a:bodyPr>
          <a:lstStyle/>
          <a:p>
            <a:pPr algn="l"/>
            <a:r>
              <a:rPr lang="pt-BR" sz="3600"/>
              <a:t>Empreendedorismo e Inovação Tecnológica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9144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022220"/>
            <a:ext cx="611504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9190104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581" y="4541263"/>
            <a:ext cx="3497218" cy="1395022"/>
          </a:xfrm>
        </p:spPr>
        <p:txBody>
          <a:bodyPr anchor="t">
            <a:normAutofit/>
          </a:bodyPr>
          <a:lstStyle/>
          <a:p>
            <a:pPr algn="l"/>
            <a:r>
              <a:rPr lang="pt-BR">
                <a:solidFill>
                  <a:srgbClr val="FFFFFF"/>
                </a:solidFill>
              </a:rPr>
              <a:t>Profa. Carla Silveira</a:t>
            </a:r>
          </a:p>
        </p:txBody>
      </p:sp>
      <p:pic>
        <p:nvPicPr>
          <p:cNvPr id="5" name="Picture 4" descr="People working on ideas">
            <a:extLst>
              <a:ext uri="{FF2B5EF4-FFF2-40B4-BE49-F238E27FC236}">
                <a16:creationId xmlns:a16="http://schemas.microsoft.com/office/drawing/2014/main" id="{122E37D1-89EB-1FF7-1889-E82D3388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8" r="10321" b="2"/>
          <a:stretch>
            <a:fillRect/>
          </a:stretch>
        </p:blipFill>
        <p:spPr>
          <a:xfrm>
            <a:off x="4930430" y="1787891"/>
            <a:ext cx="3872266" cy="290421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9143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ople working on ideas">
            <a:extLst>
              <a:ext uri="{FF2B5EF4-FFF2-40B4-BE49-F238E27FC236}">
                <a16:creationId xmlns:a16="http://schemas.microsoft.com/office/drawing/2014/main" id="{5CA9EDCB-73FF-37FA-42B9-786D7ED1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81" r="34365" b="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/>
              <a:t>Conceitos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pt-BR" sz="1700"/>
              <a:t>Empreendedorismo: identificar oportunidades e gerar valor</a:t>
            </a:r>
          </a:p>
          <a:p>
            <a:r>
              <a:rPr lang="pt-BR" sz="1700"/>
              <a:t>Inovação Tecnológica: aplicar novas ideias e ferramentas digitais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ople working on ideas">
            <a:extLst>
              <a:ext uri="{FF2B5EF4-FFF2-40B4-BE49-F238E27FC236}">
                <a16:creationId xmlns:a16="http://schemas.microsoft.com/office/drawing/2014/main" id="{912838C3-19F2-5088-530A-71132211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81" r="34365" b="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/>
              <a:t>Tipos de Inovação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pt-BR" sz="1700"/>
              <a:t>Produto</a:t>
            </a:r>
          </a:p>
          <a:p>
            <a:r>
              <a:rPr lang="pt-BR" sz="1700"/>
              <a:t>Serviço</a:t>
            </a:r>
          </a:p>
          <a:p>
            <a:r>
              <a:rPr lang="pt-BR" sz="1700"/>
              <a:t>Processo</a:t>
            </a:r>
          </a:p>
          <a:p>
            <a:r>
              <a:rPr lang="pt-BR" sz="1700"/>
              <a:t>Modelo de negócio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spositivo móvel com aplicativos">
            <a:extLst>
              <a:ext uri="{FF2B5EF4-FFF2-40B4-BE49-F238E27FC236}">
                <a16:creationId xmlns:a16="http://schemas.microsoft.com/office/drawing/2014/main" id="{0D1C5C17-F942-0305-9CAB-9B36B5D5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45" r="13574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500"/>
              <a:t>Tecnologia como Diferencial Competitivo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pt-BR" sz="1700"/>
              <a:t>Softwares, aplicativos, plataformas online</a:t>
            </a:r>
          </a:p>
          <a:p>
            <a:r>
              <a:rPr lang="pt-BR" sz="1700"/>
              <a:t>Escalabilidade e eficiência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áfico financeiro digital">
            <a:extLst>
              <a:ext uri="{FF2B5EF4-FFF2-40B4-BE49-F238E27FC236}">
                <a16:creationId xmlns:a16="http://schemas.microsoft.com/office/drawing/2014/main" id="{4AF51758-9FAF-3568-F5EF-3DB95C9F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03" r="25716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pt-BR" sz="3500"/>
              <a:t>Exemplos de Startups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pt-BR" sz="1700"/>
              <a:t>Fintechs</a:t>
            </a:r>
          </a:p>
          <a:p>
            <a:r>
              <a:rPr lang="pt-BR" sz="1700"/>
              <a:t>Edtechs</a:t>
            </a:r>
          </a:p>
          <a:p>
            <a:r>
              <a:rPr lang="pt-BR" sz="1700"/>
              <a:t>Healthtechs</a:t>
            </a:r>
          </a:p>
          <a:p>
            <a:r>
              <a:rPr lang="pt-BR" sz="1700"/>
              <a:t>Apps de mobilidade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pt-BR" sz="3500"/>
              <a:t>Desenvolvimento de Sistemas e Empreendedorismo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pt-BR" sz="1700"/>
              <a:t>Programação, lógica e criatividade</a:t>
            </a:r>
          </a:p>
          <a:p>
            <a:r>
              <a:rPr lang="pt-BR" sz="1700"/>
              <a:t>Criação de soluções digitais inovadoras</a:t>
            </a:r>
          </a:p>
        </p:txBody>
      </p:sp>
      <p:pic>
        <p:nvPicPr>
          <p:cNvPr id="5" name="Picture 4" descr="Script de computador num ecrã">
            <a:extLst>
              <a:ext uri="{FF2B5EF4-FFF2-40B4-BE49-F238E27FC236}">
                <a16:creationId xmlns:a16="http://schemas.microsoft.com/office/drawing/2014/main" id="{5632DF09-CAAF-4B64-EDF7-27A081C602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5" r="5044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ople working on ideas">
            <a:extLst>
              <a:ext uri="{FF2B5EF4-FFF2-40B4-BE49-F238E27FC236}">
                <a16:creationId xmlns:a16="http://schemas.microsoft.com/office/drawing/2014/main" id="{25EABB35-D53D-D55D-614E-5F6A9A54EF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06" r="32179" b="2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pt-BR" sz="3500"/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r>
              <a:rPr lang="pt-BR" sz="1700"/>
              <a:t>Tecnologia e inovação como motores de valor e novas ideias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</Words>
  <Application>Microsoft Office PowerPoint</Application>
  <PresentationFormat>Apresentação no Ecrã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Empreendedorismo e Inovação Tecnológica</vt:lpstr>
      <vt:lpstr>Conceitos Principais</vt:lpstr>
      <vt:lpstr>Tipos de Inovação</vt:lpstr>
      <vt:lpstr>Tecnologia como Diferencial Competitivo</vt:lpstr>
      <vt:lpstr>Exemplos de Startups</vt:lpstr>
      <vt:lpstr>Desenvolvimento de Sistemas e Empreendedorismo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Empreendedorismo e Inovação Tecnológica</dc:title>
  <dc:subject/>
  <dc:creator/>
  <cp:keywords/>
  <dc:description>generated using python-pptx</dc:description>
  <cp:lastModifiedBy>Carla Edila Silveira</cp:lastModifiedBy>
  <cp:revision>4</cp:revision>
  <dcterms:created xsi:type="dcterms:W3CDTF">2013-01-27T09:14:16Z</dcterms:created>
  <dcterms:modified xsi:type="dcterms:W3CDTF">2026-02-02T02:35:16Z</dcterms:modified>
  <cp:category/>
</cp:coreProperties>
</file>